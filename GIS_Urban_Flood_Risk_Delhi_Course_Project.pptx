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36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00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26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27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524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05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46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90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608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44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80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79F2B-4CA5-471E-980E-6E49E42FB67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B4336-3995-4276-9ACB-7B16EE2B1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96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2"/>
            <a:ext cx="12203721" cy="68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6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91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64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0" y="-19360"/>
            <a:ext cx="12157775" cy="687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1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243"/>
            <a:ext cx="12192000" cy="687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0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141"/>
            <a:ext cx="12210082" cy="684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0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0" y="-19594"/>
            <a:ext cx="12157363" cy="687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1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-1361"/>
            <a:ext cx="12292311" cy="693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44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4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48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212"/>
            <a:ext cx="12268101" cy="724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9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48"/>
            <a:ext cx="12189425" cy="685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04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6127"/>
            <a:ext cx="12263367" cy="699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2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5705"/>
            <a:ext cx="12236716" cy="790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64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4"/>
            <a:ext cx="12191999" cy="720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62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217"/>
            <a:ext cx="12192000" cy="693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91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313"/>
            <a:ext cx="12192000" cy="689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16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rita6</dc:creator>
  <cp:lastModifiedBy>rita6</cp:lastModifiedBy>
  <cp:revision>2</cp:revision>
  <dcterms:created xsi:type="dcterms:W3CDTF">2026-01-13T07:37:13Z</dcterms:created>
  <dcterms:modified xsi:type="dcterms:W3CDTF">2026-01-13T07:37:33Z</dcterms:modified>
</cp:coreProperties>
</file>