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GIS-Based Urban Flood Risk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Course Project</a:t>
            </a:r>
          </a:p>
          <a:p>
            <a:r>
              <a:t>Delhi NCT,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Urban floods are a major natural disaster</a:t>
            </a:r>
          </a:p>
          <a:p>
            <a:r>
              <a:t>Cause loss of life and property</a:t>
            </a:r>
          </a:p>
          <a:p>
            <a:r>
              <a:t>Delhi faces frequent urban flooding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Rapid urbanization in Delhi</a:t>
            </a:r>
          </a:p>
          <a:p>
            <a:r>
              <a:t>Encroachment of floodplains</a:t>
            </a:r>
          </a:p>
          <a:p>
            <a:r>
              <a:t>Inefficient drainage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Study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Delhi National Capital Territory (NCT)</a:t>
            </a:r>
          </a:p>
          <a:p>
            <a:r>
              <a:t>Yamuna River floodplain</a:t>
            </a:r>
          </a:p>
          <a:p>
            <a:r>
              <a:t>Highly populated urban region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flood-prone areas</a:t>
            </a:r>
          </a:p>
          <a:p>
            <a:r>
              <a:t>Assess flood risk using GIS</a:t>
            </a:r>
          </a:p>
          <a:p>
            <a:r>
              <a:t>Support flood management planning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Satellite imagery</a:t>
            </a:r>
          </a:p>
          <a:p>
            <a:r>
              <a:t>Digital Elevation Model (DEM)</a:t>
            </a:r>
          </a:p>
          <a:p>
            <a:r>
              <a:t>Rainfall and river gauge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Flow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Satellite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82880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DEM &amp; Rainfall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20040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GIS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457200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Flood Risk Mapping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Flood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Flood: Below danger level</a:t>
            </a:r>
          </a:p>
          <a:p>
            <a:r>
              <a:t>Medium Flood: Near embankments</a:t>
            </a:r>
          </a:p>
          <a:p>
            <a:r>
              <a:t>High Flood: Severe inundation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Land Use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Built-up areas increasing</a:t>
            </a:r>
          </a:p>
          <a:p>
            <a:r>
              <a:t>Reduction in agricultural land</a:t>
            </a:r>
          </a:p>
          <a:p>
            <a:r>
              <a:t>Higher impervious surfaces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High-risk zones near Yamuna River</a:t>
            </a:r>
          </a:p>
          <a:p>
            <a:r>
              <a:t>Low-lying areas most affected</a:t>
            </a:r>
          </a:p>
          <a:p>
            <a:r>
              <a:t>Urban settlements vulnerable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Flood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Damage to houses and roads</a:t>
            </a:r>
          </a:p>
          <a:p>
            <a:r>
              <a:t>Loss of crops and livelihoods</a:t>
            </a:r>
          </a:p>
          <a:p>
            <a:r>
              <a:t>Disruption of city life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Poor drainage worsens flooding</a:t>
            </a:r>
          </a:p>
          <a:p>
            <a:r>
              <a:t>Urban growth increases flood risk</a:t>
            </a:r>
          </a:p>
          <a:p>
            <a:r>
              <a:t>GIS is effective for flood mapping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Management Suggestions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warning systems</a:t>
            </a:r>
          </a:p>
          <a:p>
            <a:r>
              <a:t>Drainage system improvement</a:t>
            </a:r>
          </a:p>
          <a:p>
            <a:r>
              <a:t>Floodplain zoning regulations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Limited real-time data</a:t>
            </a:r>
          </a:p>
          <a:p>
            <a:r>
              <a:t>Upstream flow not fully controlled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GIS supports flood risk assessment</a:t>
            </a:r>
          </a:p>
          <a:p>
            <a:r>
              <a:t>Useful for planning and disaster management</a:t>
            </a:r>
          </a:p>
          <a:p>
            <a:r>
              <a:t>Helps reduce flood damage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